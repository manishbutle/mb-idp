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1408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671D-8A9F-FC20-AB9D-00DF0FAA9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00AD5-B1FE-E51B-8F70-3274E8BE4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8643-79F5-AF9B-0EA8-36176EAE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4E03-7FB0-D1E9-5C60-B0C41BE6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E1766-83DC-5544-E1FC-1C4AA0E8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8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9459-F97F-7267-C592-36EFD215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9D499-CA4E-1378-73D4-AA630A727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343D-3501-5031-7C90-9DD543D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5D8D-E623-FBC1-58E5-4BC12C27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B4BAE-D009-76F9-D97A-7F426059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8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D26B-7A52-1C9C-30F9-F49EB77E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3FCDC-DB9E-8DE1-0120-F81B7D9A8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82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82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C8AA1-94F0-0135-3DA5-AA6193CF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09009-B925-B467-9A86-A00ACF8F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A693E-2047-0FF6-790D-4200E98E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2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C7B6-61B3-4218-457D-D7C1C79E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8BEE-BF77-58BA-9CCF-8DA0AD339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1A15A-F5D7-3B42-3053-F016D43E3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CEDAE-C006-E115-5527-F4F46BDA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C511C-BBC3-15B3-3574-0CC9AA06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D7D22-9C60-EF8C-8250-729593B9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5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5F19-580C-6237-1DC0-856B5063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6B460-288D-B09B-C044-F45734B4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E3FCB-99B0-7156-692E-3F6AEFE35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E35B1-CD43-59BE-162D-56146853F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88975-1587-728C-5231-1C20735DD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3F5A3-947D-F9FB-7945-9157D164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39F66F-D7C5-ED95-1256-051560B4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882846-BB48-5AF4-E0B3-4D772715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DC3C-EBFD-A2AC-A7E4-7CD49BA9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9636D3-863E-D12D-61E7-FCB6F419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B8CEE-220E-5825-F91F-91DF950F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40295-3B7E-199D-CC9A-57A11EA9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6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FE4D2-65A7-E4A6-2F07-7996F74D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22297-FF4D-6834-96BA-DE524818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7E113-FEDD-FDAA-EBDF-FB6151D3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9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B1A6-EC67-1266-D82E-640B2595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5750-649C-E6E2-6E62-A30CAEABE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D25E6-B731-4169-C9B9-942C2A6D1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CEC7C-47AD-CA1A-3D2F-7E371A42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B1F67-9395-2AB5-2262-A6589B59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2679-E8D4-5C65-84DF-3FF34BA9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6E39-4571-A4DC-7B4A-9C451795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0A5C0-1441-339B-484E-3E3090814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21AAD-152A-3EC6-B6A7-4C12B8F87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F69A-126D-221B-1D0C-05A14523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578B4-8129-CFE3-6877-5E460061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8B81E-2877-5BD3-A217-B53EEAA0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9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DFCE-9495-A7D5-F86B-FB4A0EF0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C8D49-7F27-4F92-5DA0-BBA872E74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E742-BF5F-78B4-821F-DC4CC815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F0001-365B-1F2E-69A5-B0FC464B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2384-A777-4F56-529F-E4B3D117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6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6EE3A-6BCA-BFC5-042B-707047E4E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BCE4D-0E1F-F8AF-95E0-992045A5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4B5C-249B-EEFE-7B03-36937969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341C5-84B7-4066-D389-F2A44962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0B0A-6101-7832-1EEC-C5C09A03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2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C8F1A-C20F-DDCC-94D1-351B7B16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F4739-E867-9AF6-008F-0F124B21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78881-7AFA-BCC1-CE89-FA847D015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1DAB9-B42A-445E-ACB3-A119D4D88C88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BAA2D-B336-97CB-2D79-E75CAEB11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A31B2-5A15-0206-477F-91FB543BC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5FD5C-0217-4146-BCCE-689B07F8B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6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3880D0-85D4-214B-BD4B-55F590A34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6858000" cy="805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8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8E612F-237C-A4A8-EF1D-CBAA78FD2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3" y="0"/>
            <a:ext cx="678371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5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1E1EDD5-F481-EC0F-C211-214790F36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013"/>
            <a:ext cx="6858000" cy="970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76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3720-3F32-F161-E1F6-40EB6175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4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04E89014-D924-4983-89AF-34A13FE019BD}" vid="{D85799E4-79FD-47BF-B734-EC642D12F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</TotalTime>
  <Words>0</Words>
  <Application>Microsoft Office PowerPoint</Application>
  <PresentationFormat>A4 Paper (210x297 mm)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Butle, Manish    (Citco)</dc:creator>
  <cp:lastModifiedBy>Butle, Manish    (Citco)</cp:lastModifiedBy>
  <cp:revision>1</cp:revision>
  <dcterms:created xsi:type="dcterms:W3CDTF">2026-03-01T13:44:48Z</dcterms:created>
  <dcterms:modified xsi:type="dcterms:W3CDTF">2026-03-01T13:48:30Z</dcterms:modified>
</cp:coreProperties>
</file>